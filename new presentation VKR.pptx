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bc8875f10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bc8875f10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bc8875f10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bc8875f10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bc8875f10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bc8875f10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bc8875f10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bc8875f10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bc8875f10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bc8875f10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bc8875f10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bc8875f10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для ВКР :)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</a:rPr>
              <a:t>Разработка и внедрение CI/CD пайплайна для автоматизации развертывания веб-приложения по подсчету калорий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Идея ВКР 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Разработка и внедрение CI/CD пайплайна для автоматизации развертывания веб-приложения по подсчету калорий - разработка MVP приложения по подсчету калорий. Для этого приложения 3 пайплайна - для сборки + деплоя + тестов рендерера(FE), запуск юнит-тестов + сборка образа + деплой BE, тестирование конфигураций + деплой новых настроек + перезапуск сервиса (Nginx).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Use Case 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 title="usecas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100" y="2041050"/>
            <a:ext cx="8950576" cy="20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классов 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 title="диаграмма классов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050" y="1936850"/>
            <a:ext cx="4842121" cy="30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последовательности 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7" title="диаграмма последовтаельности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250" y="1853849"/>
            <a:ext cx="7017325" cy="31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состояний 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8" title="диаграмма состояний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650" y="2039675"/>
            <a:ext cx="3778674" cy="286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деятельности 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9" title="диаграмма деятельности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8375" y="1938428"/>
            <a:ext cx="5774451" cy="30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